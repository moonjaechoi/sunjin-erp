
<file path=[Content_Types].xml><?xml version="1.0" encoding="utf-8"?>
<Types xmlns="http://schemas.openxmlformats.org/package/2006/content-types">
  <Default Extension="xml" ContentType="application/xml"/>
  <Default Extension="fntdata" ContentType="application/x-fontdata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05808" y="1419374"/>
            <a:ext cx="19710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SUNJIN INFOTECH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08401" y="1892350"/>
            <a:ext cx="472719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선진인포텍 ERP V1.0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54899" y="2682925"/>
            <a:ext cx="363405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및 업무 관리 통합 시스템 기술 개요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32163" y="3340150"/>
            <a:ext cx="1679674" cy="383977"/>
          </a:xfrm>
          <a:prstGeom prst="roundRect">
            <a:avLst>
              <a:gd name="adj" fmla="val 66150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86064" y="3441650"/>
            <a:ext cx="11953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 Phase 1 완료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-91440" y="4654600"/>
            <a:ext cx="9326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1월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715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25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279475"/>
            <a:ext cx="8128099" cy="657225"/>
          </a:xfrm>
          <a:prstGeom prst="roundRect">
            <a:avLst>
              <a:gd name="adj" fmla="val 15459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0469" y="1469975"/>
            <a:ext cx="764306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개발 100% 완료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254151"/>
            <a:ext cx="1841599" cy="1228427"/>
          </a:xfrm>
          <a:prstGeom prst="roundRect">
            <a:avLst>
              <a:gd name="adj" fmla="val 82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6525" y="2254151"/>
            <a:ext cx="0" cy="1228427"/>
          </a:xfrm>
          <a:prstGeom prst="line">
            <a:avLst/>
          </a:prstGeom>
          <a:noFill/>
          <a:ln w="5715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001" y="2508052"/>
            <a:ext cx="130218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19001" y="3057227"/>
            <a:ext cx="13021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모듈 구현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3450" y="2254151"/>
            <a:ext cx="1841599" cy="1228427"/>
          </a:xfrm>
          <a:prstGeom prst="roundRect">
            <a:avLst>
              <a:gd name="adj" fmla="val 82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32025" y="2254151"/>
            <a:ext cx="0" cy="1228427"/>
          </a:xfrm>
          <a:prstGeom prst="line">
            <a:avLst/>
          </a:prstGeom>
          <a:noFill/>
          <a:ln w="5715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4501" y="2508052"/>
            <a:ext cx="130218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914501" y="3057227"/>
            <a:ext cx="13021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파일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98950" y="2254151"/>
            <a:ext cx="1841599" cy="1228427"/>
          </a:xfrm>
          <a:prstGeom prst="roundRect">
            <a:avLst>
              <a:gd name="adj" fmla="val 82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27525" y="2254151"/>
            <a:ext cx="0" cy="1228427"/>
          </a:xfrm>
          <a:prstGeom prst="line">
            <a:avLst/>
          </a:prstGeom>
          <a:noFill/>
          <a:ln w="5715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001" y="2508052"/>
            <a:ext cx="130218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010001" y="3057227"/>
            <a:ext cx="13021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엔드포인트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4450" y="2254151"/>
            <a:ext cx="1841599" cy="1228427"/>
          </a:xfrm>
          <a:prstGeom prst="roundRect">
            <a:avLst>
              <a:gd name="adj" fmla="val 82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823025" y="2254151"/>
            <a:ext cx="0" cy="1228427"/>
          </a:xfrm>
          <a:prstGeom prst="line">
            <a:avLst/>
          </a:prstGeom>
          <a:noFill/>
          <a:ln w="5715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05501" y="2508052"/>
            <a:ext cx="130218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105501" y="3057227"/>
            <a:ext cx="13021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엔티티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950" y="3736479"/>
            <a:ext cx="8128099" cy="485775"/>
          </a:xfrm>
          <a:prstGeom prst="roundRect">
            <a:avLst>
              <a:gd name="adj" fmla="val 15686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1851" y="3888879"/>
            <a:ext cx="77727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스테이징 서버 운영 중 - 외부 접속 가능 (테스트 환경)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715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개요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215926"/>
            <a:ext cx="39833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87401"/>
            <a:ext cx="3905250" cy="1076920"/>
          </a:xfrm>
          <a:prstGeom prst="roundRect">
            <a:avLst>
              <a:gd name="adj" fmla="val 943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1841302"/>
            <a:ext cx="3465397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영업, 기술지원, 고객관리 업무를 하나의 통합 플랫폼에서 관리하여 업무 효율성 극대화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854821"/>
            <a:ext cx="39833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사용자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3226296"/>
            <a:ext cx="3905250" cy="1600200"/>
          </a:xfrm>
          <a:prstGeom prst="roundRect">
            <a:avLst>
              <a:gd name="adj" fmla="val 634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1851" y="3416796"/>
            <a:ext cx="3397448" cy="12192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영업팀 - 프로젝트/고객 관리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기술팀 - 기술지원/장애 관리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관리팀 - 재고/유지보수 관리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경영진 - 대시보드 현황 파악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30651" y="1215926"/>
            <a:ext cx="39835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특징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0651" y="1587401"/>
            <a:ext cx="3905399" cy="2209800"/>
          </a:xfrm>
          <a:prstGeom prst="roundRect">
            <a:avLst>
              <a:gd name="adj" fmla="val 459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84552" y="1777901"/>
            <a:ext cx="3397597" cy="1828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풀스택 단일 프로젝트 (별도 서버 불필요)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엔터프라이즈급 Oracle DB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기반 접근 제어 (RBAC)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 컨테이너 배포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반응형 웹 디자인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데이터 동기화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469850"/>
            <a:ext cx="84203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모듈 (11개)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069925"/>
            <a:ext cx="2624733" cy="364927"/>
          </a:xfrm>
          <a:prstGeom prst="roundRect">
            <a:avLst>
              <a:gd name="adj" fmla="val 1392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6801" y="1171426"/>
            <a:ext cx="2366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536353"/>
            <a:ext cx="2624733" cy="1116509"/>
          </a:xfrm>
          <a:prstGeom prst="roundRect">
            <a:avLst>
              <a:gd name="adj" fmla="val 682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6801" y="1675805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3780" y="175676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8551" y="1663303"/>
            <a:ext cx="8921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8551" y="1828205"/>
            <a:ext cx="8921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캘린더, 일일 요약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6801" y="2107109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3780" y="218807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8551" y="2094607"/>
            <a:ext cx="126422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검색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8551" y="2259509"/>
            <a:ext cx="126422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필터, 정렬, 페이지네이션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4401" y="2779812"/>
            <a:ext cx="2624733" cy="364927"/>
          </a:xfrm>
          <a:prstGeom prst="roundRect">
            <a:avLst>
              <a:gd name="adj" fmla="val 1392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6801" y="2881313"/>
            <a:ext cx="2366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관리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4401" y="3246239"/>
            <a:ext cx="2624733" cy="685205"/>
          </a:xfrm>
          <a:prstGeom prst="roundRect">
            <a:avLst>
              <a:gd name="adj" fmla="val 111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6801" y="3385691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3780" y="346665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8551" y="3373189"/>
            <a:ext cx="129504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등록/조회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8551" y="3538091"/>
            <a:ext cx="129504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CRM, 담당자, 분류, 이력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59634" y="1069925"/>
            <a:ext cx="2624733" cy="364927"/>
          </a:xfrm>
          <a:prstGeom prst="roundRect">
            <a:avLst>
              <a:gd name="adj" fmla="val 1392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12034" y="1171426"/>
            <a:ext cx="2366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지원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9634" y="1536353"/>
            <a:ext cx="2624733" cy="1116509"/>
          </a:xfrm>
          <a:prstGeom prst="roundRect">
            <a:avLst>
              <a:gd name="adj" fmla="val 682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12034" y="1675805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29013" y="175676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3784" y="1663303"/>
            <a:ext cx="178492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관리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3784" y="1828205"/>
            <a:ext cx="178492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Sales Pipeline, 8단계 체크리스트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12034" y="2107109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29013" y="218807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3784" y="2094607"/>
            <a:ext cx="100418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기술지원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3784" y="2259509"/>
            <a:ext cx="100418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현장/원격/전화 지원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59634" y="2779812"/>
            <a:ext cx="2624733" cy="364927"/>
          </a:xfrm>
          <a:prstGeom prst="roundRect">
            <a:avLst>
              <a:gd name="adj" fmla="val 1392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12034" y="2881313"/>
            <a:ext cx="2366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관리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59634" y="3246239"/>
            <a:ext cx="2624733" cy="685205"/>
          </a:xfrm>
          <a:prstGeom prst="roundRect">
            <a:avLst>
              <a:gd name="adj" fmla="val 111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412034" y="3385691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29013" y="346665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3784" y="3373189"/>
            <a:ext cx="104016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관리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3784" y="3538091"/>
            <a:ext cx="104016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부서/직급, 권한 관리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74866" y="1069925"/>
            <a:ext cx="2624733" cy="364927"/>
          </a:xfrm>
          <a:prstGeom prst="roundRect">
            <a:avLst>
              <a:gd name="adj" fmla="val 1392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227266" y="1171426"/>
            <a:ext cx="2366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관리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74866" y="1536353"/>
            <a:ext cx="2624733" cy="1547813"/>
          </a:xfrm>
          <a:prstGeom prst="roundRect">
            <a:avLst>
              <a:gd name="adj" fmla="val 492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27266" y="1675805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344245" y="175676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59017" y="1663303"/>
            <a:ext cx="13002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관리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59017" y="1828205"/>
            <a:ext cx="130020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심각도, 담당자 할당, 이력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27266" y="2107109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344245" y="218807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59017" y="2094607"/>
            <a:ext cx="118817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관리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59017" y="2259509"/>
            <a:ext cx="118817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입출고, 반납, 위치 관리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27266" y="2538413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344245" y="261937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59017" y="2525911"/>
            <a:ext cx="133618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659017" y="2690813"/>
            <a:ext cx="133618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관리, 갱신, 만료 알림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074866" y="3211116"/>
            <a:ext cx="2624733" cy="364927"/>
          </a:xfrm>
          <a:prstGeom prst="roundRect">
            <a:avLst>
              <a:gd name="adj" fmla="val 1392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227266" y="3312616"/>
            <a:ext cx="2366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커뮤니케이션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074866" y="3677543"/>
            <a:ext cx="2624733" cy="685205"/>
          </a:xfrm>
          <a:prstGeom prst="roundRect">
            <a:avLst>
              <a:gd name="adj" fmla="val 111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227266" y="3816995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308973" y="3897957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59017" y="3804493"/>
            <a:ext cx="74414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공지사항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659017" y="3969395"/>
            <a:ext cx="74414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댓글, 첨부파일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69850"/>
            <a:ext cx="82906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아키텍처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85701"/>
            <a:ext cx="2243733" cy="434876"/>
          </a:xfrm>
          <a:prstGeom prst="roundRect">
            <a:avLst>
              <a:gd name="adj" fmla="val 1752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5002" y="1212652"/>
            <a:ext cx="20296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520577"/>
            <a:ext cx="2243733" cy="289440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1672977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84163" y="1672977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4926" y="1774478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4926" y="1984028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 Router + TypeScript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0350" y="2320379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84163" y="2320379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926" y="2421880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shadcn/ui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4926" y="2631430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UI 컴포넌트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0350" y="2967782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84163" y="2967782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926" y="3069282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4926" y="3278832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유틸리티 CSS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0350" y="3615184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84163" y="3615184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926" y="3716685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TanStack Query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4926" y="3926235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상태 관리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84897" y="2602706"/>
            <a:ext cx="23651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50134" y="1085701"/>
            <a:ext cx="2243733" cy="434876"/>
          </a:xfrm>
          <a:prstGeom prst="roundRect">
            <a:avLst>
              <a:gd name="adj" fmla="val 1752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57186" y="1212652"/>
            <a:ext cx="20296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50134" y="1520577"/>
            <a:ext cx="2243733" cy="289440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02534" y="1672977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626346" y="1672977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7109" y="1774478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77109" y="1984028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61개 REST API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02534" y="2320379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626346" y="2320379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77109" y="2421880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NextAuth.js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77109" y="2631430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JWT 인증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02534" y="2967782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626346" y="2967782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7109" y="3069282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77109" y="3278832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타입 안전 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02534" y="3615184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3626346" y="3615184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77109" y="3716685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Zod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777109" y="3926235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검증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27080" y="2602706"/>
            <a:ext cx="23651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392317" y="1085701"/>
            <a:ext cx="2243733" cy="434876"/>
          </a:xfrm>
          <a:prstGeom prst="roundRect">
            <a:avLst>
              <a:gd name="adj" fmla="val 1752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499369" y="1212652"/>
            <a:ext cx="20296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92317" y="1520577"/>
            <a:ext cx="2243733" cy="289440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544717" y="1672977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568529" y="1672977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19292" y="1774478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Oracle XE 21c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19292" y="1984028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RDBMS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44717" y="2320379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6568529" y="2320379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19292" y="2421880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Entities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19292" y="2631430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정규화된 스키마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44717" y="2967782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568529" y="2967782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19292" y="3069282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Soft Delete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19292" y="3278832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안전성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44717" y="3615184"/>
            <a:ext cx="1938933" cy="545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6568529" y="3615184"/>
            <a:ext cx="0" cy="545902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19292" y="3716685"/>
            <a:ext cx="16701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719292" y="3926235"/>
            <a:ext cx="1670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이력 추적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406301"/>
            <a:ext cx="842030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및 권한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022152"/>
            <a:ext cx="32386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시스템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1374577"/>
            <a:ext cx="3175099" cy="1732955"/>
          </a:xfrm>
          <a:prstGeom prst="roundRect">
            <a:avLst>
              <a:gd name="adj" fmla="val 5863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590377"/>
            <a:ext cx="2927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NextAuth.js (Auth.js v5)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6801" y="1863328"/>
            <a:ext cx="2927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JWT 기반 세션 관리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6801" y="2136279"/>
            <a:ext cx="2927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bcrypt 비밀번호 해싱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6801" y="2409230"/>
            <a:ext cx="2927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만료 자동 갱신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6801" y="2682180"/>
            <a:ext cx="2927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쿠키 설정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4401" y="3234482"/>
            <a:ext cx="32386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보안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4401" y="3586907"/>
            <a:ext cx="3175099" cy="1187053"/>
          </a:xfrm>
          <a:prstGeom prst="roundRect">
            <a:avLst>
              <a:gd name="adj" fmla="val 855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6801" y="3802707"/>
            <a:ext cx="2927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Soft Delete (물리 삭제 금지)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6801" y="4075658"/>
            <a:ext cx="2927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이력 자동 추적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6801" y="4348609"/>
            <a:ext cx="2927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입력 검증 (Zod)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6950" y="1022152"/>
            <a:ext cx="48579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기반 접근 제어 (RBAC)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6950" y="1374577"/>
            <a:ext cx="4762649" cy="736402"/>
          </a:xfrm>
          <a:prstGeom prst="roundRect">
            <a:avLst>
              <a:gd name="adj" fmla="val 1379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65525" y="1374577"/>
            <a:ext cx="0" cy="736402"/>
          </a:xfrm>
          <a:prstGeom prst="line">
            <a:avLst/>
          </a:prstGeom>
          <a:noFill/>
          <a:ln w="5715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21051" y="1501527"/>
            <a:ext cx="670024" cy="253901"/>
          </a:xfrm>
          <a:prstGeom prst="roundRect">
            <a:avLst>
              <a:gd name="adj" fmla="val 20008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48001" y="1552277"/>
            <a:ext cx="4244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8025" y="1537990"/>
            <a:ext cx="8419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관리자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21051" y="1831628"/>
            <a:ext cx="45406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기능 접근 + 직원/부서 관리 + 시스템 설정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6950" y="2212479"/>
            <a:ext cx="4762649" cy="736402"/>
          </a:xfrm>
          <a:prstGeom prst="roundRect">
            <a:avLst>
              <a:gd name="adj" fmla="val 1379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965525" y="2212479"/>
            <a:ext cx="0" cy="736402"/>
          </a:xfrm>
          <a:prstGeom prst="line">
            <a:avLst/>
          </a:prstGeom>
          <a:noFill/>
          <a:ln w="57150">
            <a:solidFill>
              <a:srgbClr val="1ABC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21051" y="2339429"/>
            <a:ext cx="882104" cy="253901"/>
          </a:xfrm>
          <a:prstGeom prst="roundRect">
            <a:avLst>
              <a:gd name="adj" fmla="val 20008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48001" y="2390180"/>
            <a:ext cx="6407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MANAGER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30105" y="2375892"/>
            <a:ext cx="7075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 관리자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21051" y="2669530"/>
            <a:ext cx="45406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 내 데이터 조회/편집 + 팀원 업무 관리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6950" y="3050381"/>
            <a:ext cx="4762649" cy="736402"/>
          </a:xfrm>
          <a:prstGeom prst="roundRect">
            <a:avLst>
              <a:gd name="adj" fmla="val 1379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965525" y="3050381"/>
            <a:ext cx="0" cy="736402"/>
          </a:xfrm>
          <a:prstGeom prst="line">
            <a:avLst/>
          </a:prstGeom>
          <a:noFill/>
          <a:ln w="5715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21051" y="3177332"/>
            <a:ext cx="578346" cy="253901"/>
          </a:xfrm>
          <a:prstGeom prst="roundRect">
            <a:avLst>
              <a:gd name="adj" fmla="val 20008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248001" y="3228082"/>
            <a:ext cx="330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26347" y="3213795"/>
            <a:ext cx="7075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사용자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21051" y="3507432"/>
            <a:ext cx="45406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데이터 관리 + 공용 데이터 읽기 권한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80851"/>
            <a:ext cx="84203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통계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942826"/>
            <a:ext cx="2624733" cy="1066800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4401" y="1985814"/>
            <a:ext cx="2624733" cy="0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463" y="1133326"/>
            <a:ext cx="228860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463" y="1619101"/>
            <a:ext cx="22886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소스 파일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4401" y="2162026"/>
            <a:ext cx="2624733" cy="1066800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4401" y="3205014"/>
            <a:ext cx="2624733" cy="0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463" y="2352526"/>
            <a:ext cx="228860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463" y="2838301"/>
            <a:ext cx="22886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엔드포인트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4401" y="3381226"/>
            <a:ext cx="2624733" cy="1019175"/>
          </a:xfrm>
          <a:prstGeom prst="roundRect">
            <a:avLst>
              <a:gd name="adj" fmla="val 996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2463" y="3571726"/>
            <a:ext cx="228860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463" y="4057501"/>
            <a:ext cx="22886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엔티티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59634" y="942826"/>
            <a:ext cx="2624733" cy="1066800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59634" y="1985814"/>
            <a:ext cx="2624733" cy="0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7696" y="1133326"/>
            <a:ext cx="228860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27696" y="1619101"/>
            <a:ext cx="22886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컴포넌트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59634" y="2162026"/>
            <a:ext cx="2624733" cy="1057275"/>
          </a:xfrm>
          <a:prstGeom prst="roundRect">
            <a:avLst>
              <a:gd name="adj" fmla="val 961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59634" y="3195489"/>
            <a:ext cx="2624733" cy="0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7696" y="2352526"/>
            <a:ext cx="228860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427696" y="2838301"/>
            <a:ext cx="2288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 Hooks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59634" y="3371701"/>
            <a:ext cx="2624733" cy="1019175"/>
          </a:xfrm>
          <a:prstGeom prst="roundRect">
            <a:avLst>
              <a:gd name="adj" fmla="val 996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27696" y="3562201"/>
            <a:ext cx="228860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427696" y="4047976"/>
            <a:ext cx="22886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모듈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74866" y="942826"/>
            <a:ext cx="2624733" cy="1057275"/>
          </a:xfrm>
          <a:prstGeom prst="roundRect">
            <a:avLst>
              <a:gd name="adj" fmla="val 961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74866" y="1976289"/>
            <a:ext cx="2624733" cy="0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2929" y="1133326"/>
            <a:ext cx="228860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242929" y="1619101"/>
            <a:ext cx="2288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 Pages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74866" y="2152501"/>
            <a:ext cx="2624733" cy="1019175"/>
          </a:xfrm>
          <a:prstGeom prst="roundRect">
            <a:avLst>
              <a:gd name="adj" fmla="val 996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42929" y="2343001"/>
            <a:ext cx="228860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242929" y="2828776"/>
            <a:ext cx="22886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완료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469850"/>
            <a:ext cx="842030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모듈별 구현 현황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022300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6801" y="11745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661" y="1223665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3102" y="1149251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3102" y="1346002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JWT 세션, 로그인/로그아웃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42755" y="1196876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44255" y="1247626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4401" y="1707803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6801" y="186005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661" y="1909167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3102" y="1834753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관리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3102" y="2031504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CRUD, 부서/직급, RBAC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42755" y="1882378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44255" y="1933129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4401" y="2393305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6801" y="254555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1661" y="2594670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3102" y="2520255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관리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3102" y="2717006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CRM, 담당자, 분류, 이력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42755" y="2567880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44255" y="2618631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4401" y="3078807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6801" y="323105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1661" y="3280172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3102" y="3205758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3102" y="3402509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캘린더, 일일 요약, 업무 등록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42755" y="3253383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44255" y="3304133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4401" y="3764310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6801" y="391656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1661" y="3965674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3102" y="3891260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검색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3102" y="4088011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필터, 정렬, 페이지네이션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42755" y="3938885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044255" y="3989636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4401" y="4449812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6801" y="460206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1661" y="4651177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3102" y="4576763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기술지원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03102" y="4773513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CRUD, 상태 관리, 첨부파일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42755" y="4624388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044255" y="4675138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48200" y="1022300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00600" y="11745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875461" y="1223665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06901" y="1149251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06901" y="1346002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8단계 체크리스트, 첨부파일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146554" y="1196876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248055" y="1247626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48200" y="1707803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800600" y="186005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875461" y="1909167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06901" y="1834753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관리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06901" y="2031504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심각도, 담당자 할당, 이력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46554" y="1882378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248055" y="1933129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48200" y="2393305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800600" y="254555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875461" y="2594670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206901" y="2520255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관리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206901" y="2717006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입출고, 반납, 위치 관리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146554" y="2567880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248055" y="2618631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648200" y="3078807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4800600" y="323105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875461" y="3280172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206901" y="3205758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206901" y="3402509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관리, 갱신, 만료 알림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146554" y="3253383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8248055" y="3304133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648200" y="3764310"/>
            <a:ext cx="4051399" cy="584002"/>
          </a:xfrm>
          <a:prstGeom prst="roundRect">
            <a:avLst>
              <a:gd name="adj" fmla="val 130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4800600" y="391656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875461" y="3965674"/>
            <a:ext cx="1320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206901" y="3891260"/>
            <a:ext cx="2998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공지사항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206901" y="4088011"/>
            <a:ext cx="2998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CRUD, 댓글, 첨부, 조회수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146554" y="3938885"/>
            <a:ext cx="400645" cy="234851"/>
          </a:xfrm>
          <a:prstGeom prst="roundRect">
            <a:avLst>
              <a:gd name="adj" fmla="val 21631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8248055" y="3989636"/>
            <a:ext cx="201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698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환경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95226"/>
            <a:ext cx="39833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스테이징 서버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447651"/>
            <a:ext cx="3905250" cy="806351"/>
          </a:xfrm>
          <a:prstGeom prst="roundRect">
            <a:avLst>
              <a:gd name="adj" fmla="val 126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638151"/>
            <a:ext cx="35947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접속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450" y="1853952"/>
            <a:ext cx="35947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http://192.168.75.194:3200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406402"/>
            <a:ext cx="3905250" cy="806351"/>
          </a:xfrm>
          <a:prstGeom prst="roundRect">
            <a:avLst>
              <a:gd name="adj" fmla="val 126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450" y="2596902"/>
            <a:ext cx="35947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접속 (테스트)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8450" y="2812703"/>
            <a:ext cx="35947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http://58.227.121.8:3200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3365153"/>
            <a:ext cx="3905250" cy="558701"/>
          </a:xfrm>
          <a:prstGeom prst="roundRect">
            <a:avLst>
              <a:gd name="adj" fmla="val 13639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3365153"/>
            <a:ext cx="0" cy="558701"/>
          </a:xfrm>
          <a:prstGeom prst="line">
            <a:avLst/>
          </a:prstGeom>
          <a:noFill/>
          <a:ln w="47625">
            <a:solidFill>
              <a:srgbClr val="F1C4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526" y="3492103"/>
            <a:ext cx="3675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D66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접속은 개발/테스트 목적으로 제공됩니다. 프로덕션 환경에서는 HTTPS 및 도메인 적용이 필요합니다.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0651" y="1095226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 구성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0651" y="1447651"/>
            <a:ext cx="3905399" cy="2269927"/>
          </a:xfrm>
          <a:prstGeom prst="roundRect">
            <a:avLst>
              <a:gd name="adj" fmla="val 44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59226" y="1447651"/>
            <a:ext cx="0" cy="2269927"/>
          </a:xfrm>
          <a:prstGeom prst="line">
            <a:avLst/>
          </a:prstGeom>
          <a:noFill/>
          <a:ln w="5715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8301" y="1638151"/>
            <a:ext cx="35365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78301" y="1828651"/>
            <a:ext cx="35365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 + Docker Compose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78301" y="2108002"/>
            <a:ext cx="35365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78301" y="2298502"/>
            <a:ext cx="35365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sunjin-network (172.22.0.0/16)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78301" y="2577852"/>
            <a:ext cx="35365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데이터베이스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78301" y="2768352"/>
            <a:ext cx="35365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Oracle XE 21c (sunjin_admin)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78301" y="3047702"/>
            <a:ext cx="35365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유연성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78301" y="3238202"/>
            <a:ext cx="35365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온프레미스 / 클라우드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0651" y="3869978"/>
            <a:ext cx="3905399" cy="742801"/>
          </a:xfrm>
          <a:prstGeom prst="roundRect">
            <a:avLst>
              <a:gd name="adj" fmla="val 1025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83051" y="4073128"/>
            <a:ext cx="36726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83051" y="4266754"/>
            <a:ext cx="36726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app: 3200, db: 1521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469850"/>
            <a:ext cx="84203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로드맵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095226"/>
            <a:ext cx="2624733" cy="434876"/>
          </a:xfrm>
          <a:prstGeom prst="roundRect">
            <a:avLst>
              <a:gd name="adj" fmla="val 1752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7643" y="1222177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 높음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4401" y="1530102"/>
            <a:ext cx="2624733" cy="243765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6801" y="1682502"/>
            <a:ext cx="2319933" cy="609451"/>
          </a:xfrm>
          <a:prstGeom prst="roundRect">
            <a:avLst>
              <a:gd name="adj" fmla="val 8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0613" y="1682502"/>
            <a:ext cx="0" cy="609451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1376" y="1809452"/>
            <a:ext cx="2058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시스템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1376" y="2022128"/>
            <a:ext cx="2058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WebSocket/SSE 실시간 알림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6801" y="2393454"/>
            <a:ext cx="2319933" cy="609451"/>
          </a:xfrm>
          <a:prstGeom prst="roundRect">
            <a:avLst>
              <a:gd name="adj" fmla="val 8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0613" y="2393454"/>
            <a:ext cx="0" cy="609451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1376" y="2520404"/>
            <a:ext cx="2058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부서별 권한 스코핑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1376" y="2733080"/>
            <a:ext cx="2058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세분화된 접근 제어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6801" y="3104406"/>
            <a:ext cx="2319933" cy="609451"/>
          </a:xfrm>
          <a:prstGeom prst="roundRect">
            <a:avLst>
              <a:gd name="adj" fmla="val 8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0613" y="3104406"/>
            <a:ext cx="0" cy="609451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376" y="3231356"/>
            <a:ext cx="2058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이메일/SMS 알림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1376" y="3444032"/>
            <a:ext cx="2058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알림 연동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59634" y="1095226"/>
            <a:ext cx="2624733" cy="434876"/>
          </a:xfrm>
          <a:prstGeom prst="roundRect">
            <a:avLst>
              <a:gd name="adj" fmla="val 1752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62876" y="1222177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 중간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59634" y="1530102"/>
            <a:ext cx="2624733" cy="242813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12034" y="1682502"/>
            <a:ext cx="2319933" cy="599926"/>
          </a:xfrm>
          <a:prstGeom prst="roundRect">
            <a:avLst>
              <a:gd name="adj" fmla="val 84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435846" y="1682502"/>
            <a:ext cx="0" cy="599926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6609" y="1809452"/>
            <a:ext cx="2058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캘린더 연동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86609" y="2022128"/>
            <a:ext cx="2058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Google, Outlook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12034" y="2383929"/>
            <a:ext cx="2319933" cy="609451"/>
          </a:xfrm>
          <a:prstGeom prst="roundRect">
            <a:avLst>
              <a:gd name="adj" fmla="val 8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435846" y="2383929"/>
            <a:ext cx="0" cy="609451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6609" y="2510879"/>
            <a:ext cx="2058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통계/분석 대시보드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86609" y="2723555"/>
            <a:ext cx="2058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Recharts 시각화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12034" y="3094881"/>
            <a:ext cx="2319933" cy="609451"/>
          </a:xfrm>
          <a:prstGeom prst="roundRect">
            <a:avLst>
              <a:gd name="adj" fmla="val 8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435846" y="3094881"/>
            <a:ext cx="0" cy="609451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6609" y="3221831"/>
            <a:ext cx="2058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import/export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86609" y="3434507"/>
            <a:ext cx="2058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CSV, Excel 지원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74866" y="1095226"/>
            <a:ext cx="2624733" cy="434876"/>
          </a:xfrm>
          <a:prstGeom prst="roundRect">
            <a:avLst>
              <a:gd name="adj" fmla="val 17522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78108" y="1222177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 낮음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74866" y="1530102"/>
            <a:ext cx="2624733" cy="243765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27266" y="1682502"/>
            <a:ext cx="2319933" cy="609451"/>
          </a:xfrm>
          <a:prstGeom prst="roundRect">
            <a:avLst>
              <a:gd name="adj" fmla="val 8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251079" y="1682502"/>
            <a:ext cx="0" cy="609451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1842" y="1809452"/>
            <a:ext cx="2058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 지원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1842" y="2022128"/>
            <a:ext cx="2058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i18n 프레임워크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27266" y="2393454"/>
            <a:ext cx="2319933" cy="609451"/>
          </a:xfrm>
          <a:prstGeom prst="roundRect">
            <a:avLst>
              <a:gd name="adj" fmla="val 8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251079" y="2393454"/>
            <a:ext cx="0" cy="609451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1842" y="2520404"/>
            <a:ext cx="2058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WYSIWYG 에디터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1842" y="2733080"/>
            <a:ext cx="2058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 텍스트 편집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27266" y="3104406"/>
            <a:ext cx="2319933" cy="609451"/>
          </a:xfrm>
          <a:prstGeom prst="roundRect">
            <a:avLst>
              <a:gd name="adj" fmla="val 8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251079" y="3104406"/>
            <a:ext cx="0" cy="609451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1842" y="3231356"/>
            <a:ext cx="2058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스토리지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1842" y="3444032"/>
            <a:ext cx="2058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연동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01587" y="679996"/>
            <a:ext cx="234067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312789" y="1457771"/>
            <a:ext cx="4518273" cy="784027"/>
          </a:xfrm>
          <a:prstGeom prst="roundRect">
            <a:avLst>
              <a:gd name="adj" fmla="val 16198"/>
            </a:avLst>
          </a:prstGeom>
          <a:solidFill>
            <a:srgbClr val="1ABC9C">
              <a:alpha val="20000"/>
            </a:srgbClr>
          </a:solidFill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05147" y="1730722"/>
            <a:ext cx="35335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성공적 완료 | Phase 2 준비 완료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50845" y="2622798"/>
            <a:ext cx="26421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50845" y="2930723"/>
            <a:ext cx="264216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우선순위 확정 및 개발 착수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69878" y="3568303"/>
            <a:ext cx="3004096" cy="895052"/>
          </a:xfrm>
          <a:prstGeom prst="roundRect">
            <a:avLst>
              <a:gd name="adj" fmla="val 1135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8457" y="3822204"/>
            <a:ext cx="2286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서버: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http://58.227.121.8:3200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8457" y="4047530"/>
            <a:ext cx="2286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버전: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v1.0 | 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작성일: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2026-01-28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-91440" y="4673650"/>
            <a:ext cx="9326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선진인포텍 ERP V1.0 - 기술 스펙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선진인포텍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선진인포텍 ERP V1.0 기술 스펙</dc:title>
  <dc:subject>CEO 발표용 기술 개요</dc:subject>
  <dc:creator>Claude Code</dc:creator>
  <cp:lastModifiedBy>Claude Code</cp:lastModifiedBy>
  <cp:revision>1</cp:revision>
  <dcterms:created xsi:type="dcterms:W3CDTF">2026-01-28T08:09:34Z</dcterms:created>
  <dcterms:modified xsi:type="dcterms:W3CDTF">2026-01-28T08:09:34Z</dcterms:modified>
</cp:coreProperties>
</file>