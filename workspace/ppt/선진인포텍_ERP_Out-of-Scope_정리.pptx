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79069" y="1652588"/>
            <a:ext cx="418586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선진인포텍 ERP V1.0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479069" y="2331988"/>
            <a:ext cx="41858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2000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항목 정리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479069" y="2890689"/>
            <a:ext cx="418586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 및 Phase 2 로드맵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-91440" y="4581525"/>
            <a:ext cx="932688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1월 28일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571500"/>
            <a:ext cx="803168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개요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215926"/>
            <a:ext cx="3746599" cy="422077"/>
          </a:xfrm>
          <a:prstGeom prst="roundRect">
            <a:avLst>
              <a:gd name="adj" fmla="val 12036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87301" y="1317427"/>
            <a:ext cx="351063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4901" y="1790402"/>
            <a:ext cx="3746599" cy="81409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 항목 정리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항목 정리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로드맵 수립 기초 자료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4901" y="2794992"/>
            <a:ext cx="3746599" cy="875854"/>
          </a:xfrm>
          <a:prstGeom prst="roundRect">
            <a:avLst>
              <a:gd name="adj" fmla="val 8700"/>
            </a:avLst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7301" y="2947392"/>
            <a:ext cx="3510635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 시스템: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선진인포텍 ERP V1.0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작성일: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2026-01-28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버전: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v1.0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62500" y="1215926"/>
            <a:ext cx="3746599" cy="422077"/>
          </a:xfrm>
          <a:prstGeom prst="roundRect">
            <a:avLst>
              <a:gd name="adj" fmla="val 12036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14900" y="1317427"/>
            <a:ext cx="351063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구성 (11개 모듈)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2500" y="1790402"/>
            <a:ext cx="3746599" cy="312033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레이아웃 설정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 및 일정관리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검색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기술지원 관리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관리 (영업 파이프라인)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현황 관리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재고 관리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유지보수 고객 관리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등록 및 조회 (CRM)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직원 관리 (인사)</a:t>
            </a:r>
            <a:endParaRPr lang="en-US" sz="1100" dirty="0"/>
          </a:p>
          <a:p>
            <a:pPr algn="l" marL="127000" indent="-127000">
              <a:lnSpc>
                <a:spcPts val="187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공지사항 (게시판)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33758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레이아웃 설정 (PRD 2001)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1478756"/>
          </a:xfrm>
          <a:prstGeom prst="roundRect">
            <a:avLst>
              <a:gd name="adj" fmla="val 515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240459"/>
          </a:xfrm>
          <a:prstGeom prst="roundRect">
            <a:avLst>
              <a:gd name="adj" fmla="val 340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35856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 및 일정관리 (PRD 2011)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1478756"/>
          </a:xfrm>
          <a:prstGeom prst="roundRect">
            <a:avLst>
              <a:gd name="adj" fmla="val 5153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494359"/>
          </a:xfrm>
          <a:prstGeom prst="roundRect">
            <a:avLst>
              <a:gd name="adj" fmla="val 305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2407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검색 (PRD 2021)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1224855"/>
          </a:xfrm>
          <a:prstGeom prst="roundRect">
            <a:avLst>
              <a:gd name="adj" fmla="val 622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240459"/>
          </a:xfrm>
          <a:prstGeom prst="roundRect">
            <a:avLst>
              <a:gd name="adj" fmla="val 340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28559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기술지원 관리 (PRD 2031)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1224855"/>
          </a:xfrm>
          <a:prstGeom prst="roundRect">
            <a:avLst>
              <a:gd name="adj" fmla="val 622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494359"/>
          </a:xfrm>
          <a:prstGeom prst="roundRect">
            <a:avLst>
              <a:gd name="adj" fmla="val 3055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57213"/>
            <a:ext cx="425478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관리 - 영업 파이프라인 (PRD 2041)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240459"/>
          </a:xfrm>
          <a:prstGeom prst="roundRect">
            <a:avLst>
              <a:gd name="adj" fmla="val 340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240459"/>
          </a:xfrm>
          <a:prstGeom prst="roundRect">
            <a:avLst>
              <a:gd name="adj" fmla="val 340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292785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현황 관리 (PRD 2051)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095202"/>
          </a:xfrm>
          <a:prstGeom prst="roundRect">
            <a:avLst>
              <a:gd name="adj" fmla="val 363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2407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재고 관리 (PRD 2061)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095202"/>
          </a:xfrm>
          <a:prstGeom prst="roundRect">
            <a:avLst>
              <a:gd name="adj" fmla="val 363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33758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유지보수 고객 관리 (PRD 2071)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095202"/>
          </a:xfrm>
          <a:prstGeom prst="roundRect">
            <a:avLst>
              <a:gd name="adj" fmla="val 363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796230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012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93031" y="542925"/>
            <a:ext cx="40439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등록 및 조회 - CRM (PRD 2081)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1885652"/>
          </a:xfrm>
          <a:prstGeom prst="roundRect">
            <a:avLst>
              <a:gd name="adj" fmla="val 404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880914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876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77714" y="542925"/>
            <a:ext cx="30860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직원 관리 - 인사 (PRD 2091)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095202"/>
          </a:xfrm>
          <a:prstGeom prst="roundRect">
            <a:avLst>
              <a:gd name="adj" fmla="val 363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381000"/>
            <a:ext cx="872579" cy="628650"/>
          </a:xfrm>
          <a:prstGeom prst="roundRect">
            <a:avLst>
              <a:gd name="adj" fmla="val 8081"/>
            </a:avLst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96801" y="609600"/>
            <a:ext cx="5791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69380" y="542925"/>
            <a:ext cx="323814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공지사항 - 게시판 (PRD 2101)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44401" y="1200150"/>
            <a:ext cx="4000649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301651"/>
            <a:ext cx="37697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구현 완료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4401" y="1711077"/>
            <a:ext cx="4000649" cy="2095202"/>
          </a:xfrm>
          <a:prstGeom prst="roundRect">
            <a:avLst>
              <a:gd name="adj" fmla="val 3637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98950" y="1200150"/>
            <a:ext cx="4000649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51350" y="1301651"/>
            <a:ext cx="37697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Out-of-Scope (Phase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8950" y="1701552"/>
            <a:ext cx="4000649" cy="2304752"/>
          </a:xfrm>
          <a:prstGeom prst="roundRect">
            <a:avLst>
              <a:gd name="adj" fmla="val 3306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507950"/>
            <a:ext cx="84203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주요 개발 항목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133326"/>
            <a:ext cx="2624733" cy="383977"/>
          </a:xfrm>
          <a:prstGeom prst="roundRect">
            <a:avLst>
              <a:gd name="adj" fmla="val 13230"/>
            </a:avLst>
          </a:prstGeom>
          <a:solidFill>
            <a:srgbClr val="D6EA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7643" y="1234827"/>
            <a:ext cx="24182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공통 기능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44401" y="1644253"/>
            <a:ext cx="2624733" cy="1229023"/>
          </a:xfrm>
          <a:prstGeom prst="roundRect">
            <a:avLst>
              <a:gd name="adj" fmla="val 62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351" y="1771204"/>
            <a:ext cx="2370832" cy="93702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시스템 (전체 모듈)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지원 (i18n)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부서별 권한 스코핑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import/export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59634" y="1133326"/>
            <a:ext cx="2624733" cy="383977"/>
          </a:xfrm>
          <a:prstGeom prst="roundRect">
            <a:avLst>
              <a:gd name="adj" fmla="val 13230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62876" y="1234827"/>
            <a:ext cx="24182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연동 기능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59634" y="1644253"/>
            <a:ext cx="2624733" cy="1472803"/>
          </a:xfrm>
          <a:prstGeom prst="roundRect">
            <a:avLst>
              <a:gd name="adj" fmla="val 5174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86584" y="1771204"/>
            <a:ext cx="2370832" cy="11808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캘린더 연동 (Google, Outlook)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이메일/SMS 알림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(LDAP/AD)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ERP 연동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클라우드 스토리지 (S3)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74866" y="1133326"/>
            <a:ext cx="2624733" cy="383977"/>
          </a:xfrm>
          <a:prstGeom prst="roundRect">
            <a:avLst>
              <a:gd name="adj" fmla="val 13230"/>
            </a:avLst>
          </a:prstGeom>
          <a:solidFill>
            <a:srgbClr val="FCF3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78108" y="1234827"/>
            <a:ext cx="241824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고급 기능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74866" y="1644253"/>
            <a:ext cx="2624733" cy="1472803"/>
          </a:xfrm>
          <a:prstGeom prst="roundRect">
            <a:avLst>
              <a:gd name="adj" fmla="val 5174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01817" y="1771204"/>
            <a:ext cx="2370832" cy="118080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간트 차트 (프로젝트)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조직도 시각화 (직원)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통계/분석 대시보드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자동 계산 (장애)</a:t>
            </a:r>
            <a:endParaRPr lang="en-US" sz="900" dirty="0"/>
          </a:p>
          <a:p>
            <a:pPr algn="l" marL="101600" indent="-1016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바코드/QR 스캔 (재고)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507950"/>
            <a:ext cx="84203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권장 우선순위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44401" y="1133326"/>
            <a:ext cx="2624733" cy="374452"/>
          </a:xfrm>
          <a:prstGeom prst="roundRect">
            <a:avLst>
              <a:gd name="adj" fmla="val 13566"/>
            </a:avLst>
          </a:prstGeom>
          <a:solidFill>
            <a:srgbClr val="FADB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7643" y="1234827"/>
            <a:ext cx="24182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Priority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44401" y="1634728"/>
            <a:ext cx="2624733" cy="1751856"/>
          </a:xfrm>
          <a:prstGeom prst="roundRect">
            <a:avLst>
              <a:gd name="adj" fmla="val 435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6801" y="17871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6452" y="1822103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01452" y="1787128"/>
            <a:ext cx="684791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 시스템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효율성 직결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6801" y="22694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6452" y="230445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1452" y="2269480"/>
            <a:ext cx="96821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부서별 권한 스코핑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강화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6801" y="275183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6452" y="278680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01452" y="2751832"/>
            <a:ext cx="91280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이메일/SMS 알림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고객 대응 속도 향상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59634" y="1133326"/>
            <a:ext cx="2624733" cy="374452"/>
          </a:xfrm>
          <a:prstGeom prst="roundRect">
            <a:avLst>
              <a:gd name="adj" fmla="val 13566"/>
            </a:avLst>
          </a:prstGeom>
          <a:solidFill>
            <a:srgbClr val="FCF3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62876" y="1234827"/>
            <a:ext cx="24182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Priority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59634" y="1634728"/>
            <a:ext cx="2624733" cy="1751856"/>
          </a:xfrm>
          <a:prstGeom prst="roundRect">
            <a:avLst>
              <a:gd name="adj" fmla="val 435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12034" y="17871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81685" y="1822103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716685" y="1787128"/>
            <a:ext cx="85617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캘린더 연동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Google/Outlook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12034" y="22694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81685" y="230445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16685" y="2269480"/>
            <a:ext cx="968210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통계/분석 대시보드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시각화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2034" y="275183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81685" y="278680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16685" y="2751832"/>
            <a:ext cx="109481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대량 import/export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CSV/Excel 지원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74866" y="1133326"/>
            <a:ext cx="2624733" cy="374452"/>
          </a:xfrm>
          <a:prstGeom prst="roundRect">
            <a:avLst>
              <a:gd name="adj" fmla="val 13566"/>
            </a:avLst>
          </a:prstGeom>
          <a:solidFill>
            <a:srgbClr val="D5F5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78108" y="1234827"/>
            <a:ext cx="24182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Priority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74866" y="1634728"/>
            <a:ext cx="2624733" cy="1751856"/>
          </a:xfrm>
          <a:prstGeom prst="roundRect">
            <a:avLst>
              <a:gd name="adj" fmla="val 435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27266" y="178712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96918" y="1822103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1918" y="1787128"/>
            <a:ext cx="67264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지원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프레임워크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27266" y="2269480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96918" y="230445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31918" y="2269480"/>
            <a:ext cx="101238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WYSIWYG 에디터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TipTap/Slate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266" y="2751832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96918" y="278680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1918" y="2751832"/>
            <a:ext cx="93223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클라우드 스토리지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연동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981694" y="1027361"/>
            <a:ext cx="318061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981694" y="1684586"/>
            <a:ext cx="318061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500"/>
              </a:spcAft>
              <a:buNone/>
            </a:pPr>
            <a:r>
              <a:rPr lang="en-US" sz="1800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완료 및 Phase 2 로드맵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374827" y="2659261"/>
            <a:ext cx="2394198" cy="1456730"/>
          </a:xfrm>
          <a:prstGeom prst="roundRect">
            <a:avLst>
              <a:gd name="adj" fmla="val 6975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68994" y="3014663"/>
            <a:ext cx="14058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버전:</a:t>
            </a:r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v1.0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68994" y="3297138"/>
            <a:ext cx="14058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작성자:</a:t>
            </a:r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68994" y="3579614"/>
            <a:ext cx="14058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작성일:</a:t>
            </a:r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2026-01-28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91440" y="4600575"/>
            <a:ext cx="93268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선진인포텍 ERP V1.0 - Out-of-Scope 항목 정리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선진인포텍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선진인포텍 ERP V1.0 - Out-of-Scope 항목 정리</dc:title>
  <dc:subject>Phase 1 구현 완료 및 Phase 2 로드맵</dc:subject>
  <dc:creator>Claude Code</dc:creator>
  <cp:lastModifiedBy>Claude Code</cp:lastModifiedBy>
  <cp:revision>1</cp:revision>
  <dcterms:created xsi:type="dcterms:W3CDTF">2026-01-28T05:09:55Z</dcterms:created>
  <dcterms:modified xsi:type="dcterms:W3CDTF">2026-01-28T05:09:55Z</dcterms:modified>
</cp:coreProperties>
</file>